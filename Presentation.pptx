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9" r:id="rId15"/>
    <p:sldId id="275" r:id="rId16"/>
    <p:sldId id="280" r:id="rId17"/>
    <p:sldId id="277" r:id="rId18"/>
    <p:sldId id="269" r:id="rId19"/>
    <p:sldId id="268" r:id="rId20"/>
    <p:sldId id="271" r:id="rId21"/>
    <p:sldId id="276" r:id="rId22"/>
    <p:sldId id="281" r:id="rId23"/>
    <p:sldId id="282" r:id="rId24"/>
    <p:sldId id="278" r:id="rId25"/>
    <p:sldId id="285" r:id="rId26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84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5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8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8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5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2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91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7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2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4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44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2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2012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11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36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04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98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94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ADD6DCD-1B17-48E6-9A31-5CE3B589E755}" type="datetimeFigureOut">
              <a:rPr lang="en-US" smtClean="0"/>
              <a:t>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F7AF5-DCE3-4ED5-9F8D-327C852F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55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AFA2C3-A9FA-4306-9A84-FC9BB86E3FEC}"/>
              </a:ext>
            </a:extLst>
          </p:cNvPr>
          <p:cNvSpPr txBox="1"/>
          <p:nvPr/>
        </p:nvSpPr>
        <p:spPr>
          <a:xfrm>
            <a:off x="2628900" y="2321004"/>
            <a:ext cx="67437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Data </a:t>
            </a:r>
            <a:r>
              <a:rPr lang="en-US" sz="6600" dirty="0" err="1"/>
              <a:t>Entery</a:t>
            </a:r>
            <a:r>
              <a:rPr lang="en-US" sz="6600" dirty="0"/>
              <a:t> Forms</a:t>
            </a:r>
          </a:p>
        </p:txBody>
      </p:sp>
    </p:spTree>
    <p:extLst>
      <p:ext uri="{BB962C8B-B14F-4D97-AF65-F5344CB8AC3E}">
        <p14:creationId xmlns:p14="http://schemas.microsoft.com/office/powerpoint/2010/main" val="3760376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704901-7BA4-4D6A-A17A-1A15E1169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" y="1457325"/>
            <a:ext cx="11843658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1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E11FCE-7ACB-495F-B0E1-9F108457C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15" y="1214619"/>
            <a:ext cx="11248570" cy="4724400"/>
          </a:xfrm>
        </p:spPr>
      </p:pic>
    </p:spTree>
    <p:extLst>
      <p:ext uri="{BB962C8B-B14F-4D97-AF65-F5344CB8AC3E}">
        <p14:creationId xmlns:p14="http://schemas.microsoft.com/office/powerpoint/2010/main" val="148137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8869D-AC6C-4F62-82D7-D3C993EA9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1190171"/>
            <a:ext cx="11742057" cy="5058229"/>
          </a:xfrm>
        </p:spPr>
      </p:pic>
    </p:spTree>
    <p:extLst>
      <p:ext uri="{BB962C8B-B14F-4D97-AF65-F5344CB8AC3E}">
        <p14:creationId xmlns:p14="http://schemas.microsoft.com/office/powerpoint/2010/main" val="146652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82391AD-897A-4D46-B0CC-35EC528D8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07290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813665-A71B-4332-B601-CFD2AAD05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2173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B294E6-D567-47CA-A603-218F735C0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00" y="0"/>
            <a:ext cx="3860223" cy="6858000"/>
          </a:xfrm>
        </p:spPr>
      </p:pic>
    </p:spTree>
    <p:extLst>
      <p:ext uri="{BB962C8B-B14F-4D97-AF65-F5344CB8AC3E}">
        <p14:creationId xmlns:p14="http://schemas.microsoft.com/office/powerpoint/2010/main" val="61876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4BA0BA-422E-4FFF-BE33-342D96C2C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7" y="1228724"/>
            <a:ext cx="11515726" cy="5541169"/>
          </a:xfrm>
        </p:spPr>
      </p:pic>
    </p:spTree>
    <p:extLst>
      <p:ext uri="{BB962C8B-B14F-4D97-AF65-F5344CB8AC3E}">
        <p14:creationId xmlns:p14="http://schemas.microsoft.com/office/powerpoint/2010/main" val="58795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27141E-F066-494F-9C51-A5E3A3C2C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774" y="447840"/>
            <a:ext cx="7762875" cy="6133770"/>
          </a:xfrm>
        </p:spPr>
      </p:pic>
    </p:spTree>
    <p:extLst>
      <p:ext uri="{BB962C8B-B14F-4D97-AF65-F5344CB8AC3E}">
        <p14:creationId xmlns:p14="http://schemas.microsoft.com/office/powerpoint/2010/main" val="253866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0D0CE-9964-462F-BB8D-C3E2D0FCA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45903"/>
            <a:ext cx="7400925" cy="6766193"/>
          </a:xfrm>
        </p:spPr>
      </p:pic>
    </p:spTree>
    <p:extLst>
      <p:ext uri="{BB962C8B-B14F-4D97-AF65-F5344CB8AC3E}">
        <p14:creationId xmlns:p14="http://schemas.microsoft.com/office/powerpoint/2010/main" val="3942417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B879FC-C799-4D0D-ADB7-AE5FE2E7A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46" y="71757"/>
            <a:ext cx="11893107" cy="6714486"/>
          </a:xfrm>
        </p:spPr>
      </p:pic>
    </p:spTree>
    <p:extLst>
      <p:ext uri="{BB962C8B-B14F-4D97-AF65-F5344CB8AC3E}">
        <p14:creationId xmlns:p14="http://schemas.microsoft.com/office/powerpoint/2010/main" val="397113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B21AC3-83C4-4376-B7B0-90357431B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7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6AF2E9-B997-4F8C-837F-62190302C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" y="166687"/>
            <a:ext cx="9191625" cy="6296025"/>
          </a:xfrm>
        </p:spPr>
      </p:pic>
    </p:spTree>
    <p:extLst>
      <p:ext uri="{BB962C8B-B14F-4D97-AF65-F5344CB8AC3E}">
        <p14:creationId xmlns:p14="http://schemas.microsoft.com/office/powerpoint/2010/main" val="248576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9B743-691E-4C53-BA4A-F8D081E870D7}"/>
              </a:ext>
            </a:extLst>
          </p:cNvPr>
          <p:cNvSpPr txBox="1"/>
          <p:nvPr/>
        </p:nvSpPr>
        <p:spPr>
          <a:xfrm>
            <a:off x="1343025" y="1746766"/>
            <a:ext cx="9134475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6000" b="1" dirty="0"/>
              <a:t> </a:t>
            </a:r>
            <a:r>
              <a:rPr lang="en-US" sz="11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Reports</a:t>
            </a:r>
            <a:r>
              <a:rPr lang="en-US" sz="6000" b="1" dirty="0"/>
              <a:t>    </a:t>
            </a:r>
          </a:p>
          <a:p>
            <a:pPr algn="ctr"/>
            <a:r>
              <a:rPr lang="en-US" sz="3200" b="1" dirty="0" err="1">
                <a:latin typeface="Agency FB" panose="020B0503020202020204" pitchFamily="34" charset="0"/>
              </a:rPr>
              <a:t>Descripe</a:t>
            </a:r>
            <a:r>
              <a:rPr lang="en-US" sz="3200" b="1" dirty="0">
                <a:latin typeface="Agency FB" panose="020B0503020202020204" pitchFamily="34" charset="0"/>
              </a:rPr>
              <a:t> The Hole Motion </a:t>
            </a:r>
          </a:p>
        </p:txBody>
      </p:sp>
    </p:spTree>
    <p:extLst>
      <p:ext uri="{BB962C8B-B14F-4D97-AF65-F5344CB8AC3E}">
        <p14:creationId xmlns:p14="http://schemas.microsoft.com/office/powerpoint/2010/main" val="3535980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D42A92-6966-4AA7-A5A7-C0E486F75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25" y="-22872"/>
            <a:ext cx="9191625" cy="6903743"/>
          </a:xfrm>
        </p:spPr>
      </p:pic>
    </p:spTree>
    <p:extLst>
      <p:ext uri="{BB962C8B-B14F-4D97-AF65-F5344CB8AC3E}">
        <p14:creationId xmlns:p14="http://schemas.microsoft.com/office/powerpoint/2010/main" val="3582599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32ABB0-0591-4C7B-BC7E-7A2997504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850" y="0"/>
            <a:ext cx="8362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62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C03A64-5D72-45C9-BA5D-D28D1245A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73" y="0"/>
            <a:ext cx="10970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61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4DCDF4-7C4E-4B4F-958F-FBCBB3570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381000"/>
            <a:ext cx="11706225" cy="5943600"/>
          </a:xfrm>
        </p:spPr>
      </p:pic>
    </p:spTree>
    <p:extLst>
      <p:ext uri="{BB962C8B-B14F-4D97-AF65-F5344CB8AC3E}">
        <p14:creationId xmlns:p14="http://schemas.microsoft.com/office/powerpoint/2010/main" val="3728164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9A845F-58E5-42A3-86A1-0B0317CE1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039" y="371475"/>
            <a:ext cx="4615521" cy="5495925"/>
          </a:xfrm>
        </p:spPr>
      </p:pic>
    </p:spTree>
    <p:extLst>
      <p:ext uri="{BB962C8B-B14F-4D97-AF65-F5344CB8AC3E}">
        <p14:creationId xmlns:p14="http://schemas.microsoft.com/office/powerpoint/2010/main" val="4124266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F7CA94-387D-4DCC-9563-3A0257BB0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675" y="0"/>
            <a:ext cx="12258675" cy="6858000"/>
          </a:xfrm>
        </p:spPr>
      </p:pic>
    </p:spTree>
    <p:extLst>
      <p:ext uri="{BB962C8B-B14F-4D97-AF65-F5344CB8AC3E}">
        <p14:creationId xmlns:p14="http://schemas.microsoft.com/office/powerpoint/2010/main" val="424893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D20EEA-5985-49BE-9FF8-621B44623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35" y="0"/>
            <a:ext cx="11182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15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CE9796-C1E1-4686-90DA-14399F844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49" y="73931"/>
            <a:ext cx="10972801" cy="671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73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D42A92-6966-4AA7-A5A7-C0E486F75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25" y="-22872"/>
            <a:ext cx="9191625" cy="6903743"/>
          </a:xfrm>
        </p:spPr>
      </p:pic>
    </p:spTree>
    <p:extLst>
      <p:ext uri="{BB962C8B-B14F-4D97-AF65-F5344CB8AC3E}">
        <p14:creationId xmlns:p14="http://schemas.microsoft.com/office/powerpoint/2010/main" val="2970526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38AAD2-560A-454E-B0A4-8D554F59A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0"/>
            <a:ext cx="11353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67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DCFA82-7B28-4CDB-94FE-7BA766468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099" y="208280"/>
            <a:ext cx="8162282" cy="644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065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671168-012A-404F-9FF6-735F3B0A6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1" y="0"/>
            <a:ext cx="12088678" cy="672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956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147</TotalTime>
  <Words>9</Words>
  <Application>Microsoft Office PowerPoint</Application>
  <PresentationFormat>Widescreen</PresentationFormat>
  <Paragraphs>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Agency FB</vt:lpstr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Ehab Elshimi</dc:creator>
  <cp:lastModifiedBy>Ehab Elshimi</cp:lastModifiedBy>
  <cp:revision>12</cp:revision>
  <dcterms:created xsi:type="dcterms:W3CDTF">2021-01-19T21:42:12Z</dcterms:created>
  <dcterms:modified xsi:type="dcterms:W3CDTF">2021-01-30T18:20:19Z</dcterms:modified>
</cp:coreProperties>
</file>